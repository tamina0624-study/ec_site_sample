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65598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SLIDE MARKET / SAMPLE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182880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プロジェクト進捗報告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301752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チームの現在地を、共有する。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612648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01 / 04 · 学習用デモ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65598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SLIDE MARKET / SAMPLE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182880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現在の進捗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301752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ここに目的、要点、具体例を記入してください。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学習用サンプルとして自由に編集できます。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612648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02 / 04 · 学習用デモ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65598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SLIDE MARKET / SAMPLE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182880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課題と対応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301752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ここに目的、要点、具体例を記入してください。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学習用サンプルとして自由に編集できます。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612648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03 / 04 · 学習用デモ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65598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SLIDE MARKET / SAMPLE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182880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次のアクション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301752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ここに目的、要点、具体例を記入してください。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学習用サンプルとして自由に編集できます。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612648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04 / 04 · 学習用デモ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プロジェクト進捗報告</dc:title>
  <dc:subject>学習用の自作サンプル資料</dc:subject>
  <dc:creator>Slide Market</dc:creator>
  <cp:lastModifiedBy>Slide Market</cp:lastModifiedBy>
  <cp:revision>1</cp:revision>
  <dcterms:created xsi:type="dcterms:W3CDTF">2026-09-30T13:04:05Z</dcterms:created>
  <dcterms:modified xsi:type="dcterms:W3CDTF">2026-09-30T13:04:05Z</dcterms:modified>
</cp:coreProperties>
</file>