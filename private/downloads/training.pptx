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C6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研修・講義スライド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学びを、わかりやすく。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AC6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学習の目標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AC6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基本を理解する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AC6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SLIDE MARKET / SAMPLE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演習と振り返り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30175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ここに目的、要点、具体例を記入してください。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学習用サンプルとして自由に編集できます。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126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 / 04 · 学習用デモ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研修・講義スライド</dc:title>
  <dc:subject>学習用の自作サンプル資料</dc:subject>
  <dc:creator>Slide Market</dc:creator>
  <cp:lastModifiedBy>Slide Market</cp:lastModifiedBy>
  <cp:revision>1</cp:revision>
  <dcterms:created xsi:type="dcterms:W3CDTF">2026-09-30T13:04:05Z</dcterms:created>
  <dcterms:modified xsi:type="dcterms:W3CDTF">2026-09-30T13:04:05Z</dcterms:modified>
</cp:coreProperties>
</file>