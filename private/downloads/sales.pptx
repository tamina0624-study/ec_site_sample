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6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営業提案スライド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価値が伝わる、提案を。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6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サービスの紹介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16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提供する価値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16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導入までの流れ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営業提案スライド</dc:title>
  <dc:subject>学習用の自作サンプル資料</dc:subject>
  <dc:creator>Slide Market</dc:creator>
  <cp:lastModifiedBy>Slide Market</cp:lastModifiedBy>
  <cp:revision>1</cp:revision>
  <dcterms:created xsi:type="dcterms:W3CDTF">2026-09-30T13:04:05Z</dcterms:created>
  <dcterms:modified xsi:type="dcterms:W3CDTF">2026-09-30T13:04:05Z</dcterms:modified>
</cp:coreProperties>
</file>